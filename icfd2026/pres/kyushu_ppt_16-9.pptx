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60" r:id="rId5"/>
    <p:sldId id="262" r:id="rId6"/>
    <p:sldId id="263" r:id="rId7"/>
    <p:sldId id="268" r:id="rId8"/>
    <p:sldId id="266" r:id="rId9"/>
    <p:sldId id="269" r:id="rId10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56" autoAdjust="0"/>
  </p:normalViewPr>
  <p:slideViewPr>
    <p:cSldViewPr showGuides="1">
      <p:cViewPr varScale="1">
        <p:scale>
          <a:sx n="122" d="100"/>
          <a:sy n="122" d="100"/>
        </p:scale>
        <p:origin x="11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2026/10/7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70021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70021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BF99827-BB49-2C97-827E-017077701C6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2DACF2F-3576-9B78-686D-2DA20C8C7B4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r>
              <a:rPr lang="en-US" altLang="ja-JP" sz="1000">
                <a:solidFill>
                  <a:schemeClr val="bg1"/>
                </a:solidFill>
              </a:rPr>
              <a:t>九州大学UIプロジェクト Kyudai Taro,2007</a:t>
            </a: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241CBB-F3AF-A104-7A22-523077968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21A1D-93D2-0533-B590-CCD9CB8E72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/>
              <a:t>Enter heading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9097A-0E5D-C789-F187-35B5EA5C19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884861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ration maintained at stoichiometric equivalence ratio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B0ED6-DD33-AD4E-9C9A-E46DCABDE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B73C2D4-D16E-F820-2DF7-BC3FBD1AC88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7293" y="2529845"/>
            <a:ext cx="5400675" cy="2877810"/>
          </a:xfr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0ED1C77-5D87-34CA-13C1-EC656E4E381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68057" y="2569566"/>
            <a:ext cx="5616575" cy="2798368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9DF380-33FC-5D35-CF0C-81AF2E87DF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7A61B-D8D4-25D7-9117-0E5D0CD15DA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Mechanism</a:t>
            </a:r>
          </a:p>
        </p:txBody>
      </p:sp>
    </p:spTree>
    <p:extLst>
      <p:ext uri="{BB962C8B-B14F-4D97-AF65-F5344CB8AC3E}">
        <p14:creationId xmlns:p14="http://schemas.microsoft.com/office/powerpoint/2010/main" val="4171800105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906</TotalTime>
  <Words>156</Words>
  <Application>Microsoft Office PowerPoint</Application>
  <PresentationFormat>Widescreen</PresentationFormat>
  <Paragraphs>28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82</cp:revision>
  <cp:lastPrinted>2013-02-26T06:20:36Z</cp:lastPrinted>
  <dcterms:created xsi:type="dcterms:W3CDTF">2007-10-25T08:30:33Z</dcterms:created>
  <dcterms:modified xsi:type="dcterms:W3CDTF">2026-10-07T05:21:56Z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