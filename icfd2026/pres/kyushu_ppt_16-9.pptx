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0" r:id="rId5"/>
    <p:sldId id="262" r:id="rId6"/>
    <p:sldId id="270" r:id="rId7"/>
    <p:sldId id="263" r:id="rId8"/>
    <p:sldId id="268" r:id="rId9"/>
    <p:sldId id="266" r:id="rId10"/>
    <p:sldId id="271" r:id="rId11"/>
    <p:sldId id="272" r:id="rId12"/>
    <p:sldId id="274" r:id="rId13"/>
    <p:sldId id="273" r:id="rId14"/>
    <p:sldId id="275" r:id="rId15"/>
    <p:sldId id="277" r:id="rId16"/>
    <p:sldId id="276" r:id="rId17"/>
    <p:sldId id="278" r:id="rId18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56" autoAdjust="0"/>
  </p:normalViewPr>
  <p:slideViewPr>
    <p:cSldViewPr showGuides="1">
      <p:cViewPr varScale="1">
        <p:scale>
          <a:sx n="104" d="100"/>
          <a:sy n="104" d="100"/>
        </p:scale>
        <p:origin x="114" y="2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2026/10/14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of combustor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NH3/CH4/air, phi 1.0, 1atm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4288979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NH3/H2/air, phi 0.7, 1atm</a:t>
            </a:r>
          </a:p>
          <a:p>
            <a:r>
              <a:rPr lang="en-US" dirty="0"/>
              <a:t>NH3/H2/air, phi 1.3, 1atm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Numerically simulating ammonia blends is necessary for combustion system development.</a:t>
            </a:r>
          </a:p>
          <a:p>
            <a:r>
              <a:rPr lang="en-GB" dirty="0"/>
              <a:t>Large-scale or 3D modelling with detailed chemical kinetics mechanisms increases computational cost.</a:t>
            </a:r>
          </a:p>
          <a:p>
            <a:r>
              <a:rPr lang="en-GB" dirty="0"/>
              <a:t>Reduced chemical kinetic mechanisms optimized for multiple ammonia blends and operating conditions is needed.</a:t>
            </a:r>
          </a:p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BBCF3C5-C505-2F53-DE0B-D375D6591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Okafor et al.’s reduced mechanism (2019) accurately models NH3/air, NH3/CH4/air and H2/air flames.</a:t>
                </a:r>
              </a:p>
              <a:p>
                <a:r>
                  <a:rPr lang="en-US" dirty="0"/>
                  <a:t>Okafor et al.’s reduced mechanism (2019) fails to model NH3/H2/air flame when H2 concentration becomes significant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&gt;0.3</m:t>
                    </m:r>
                  </m:oMath>
                </a14:m>
                <a:r>
                  <a:rPr lang="en-US" dirty="0"/>
                  <a:t>).</a:t>
                </a:r>
              </a:p>
              <a:p>
                <a:r>
                  <a:rPr lang="en-US" dirty="0"/>
                  <a:t>Studying ammonia and hydrogen kinetics in NH3/H2/air reaction pathways to rectify this discrepancy.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BBCF3C5-C505-2F53-DE0B-D375D6591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2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241CBB-F3AF-A104-7A22-523077968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21A1D-93D2-0533-B590-CCD9CB8E727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/>
              <a:t>Enter heading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9097A-0E5D-C789-F187-35B5EA5C19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84861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Fails to model NH3/H2/air flames at hydrogen concentrations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Reaction mechanism by Gotama et al. (2022) was used to study the differences in ammonia and hydrogen kinetics interaction.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Mechanisms were compared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152907"/>
            <a:ext cx="10691186" cy="4043485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392FD-A7DC-53D3-86AA-59DB820A8B3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/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			(a)						(b)</a:t>
                </a:r>
              </a:p>
              <a:p>
                <a:endParaRPr lang="en-US" sz="900" dirty="0"/>
              </a:p>
              <a:p>
                <a:r>
                  <a:rPr lang="en-US" sz="1400" dirty="0"/>
                  <a:t>Figure: Reaction pathway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400" dirty="0"/>
                  <a:t> and equivalence ratio of 1.0 using (a) Okafor Reduced Mech and (b) Gotama Mech.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blipFill>
                <a:blip r:embed="rId4"/>
                <a:stretch>
                  <a:fillRect l="-172" t="-2013" b="-6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dirty="0"/>
                  <a:t> N2H3 reaction pathway was not modelled in Okafor Reduced Mech.</a:t>
                </a:r>
              </a:p>
              <a:p>
                <a:pPr lvl="1"/>
                <a:r>
                  <a:rPr lang="en-US" dirty="0"/>
                  <a:t>Formation of N2H3: NH2 + NH = N2H3</a:t>
                </a:r>
              </a:p>
              <a:p>
                <a:pPr lvl="1"/>
                <a:r>
                  <a:rPr lang="en-US" dirty="0"/>
                  <a:t>Consumption of N2H3: N2H3 + H = 2NH2</a:t>
                </a:r>
              </a:p>
              <a:p>
                <a:r>
                  <a:rPr lang="en-US" dirty="0"/>
                  <a:t>NNH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H pathway in Gotama Mech was dominated by NNH = N2 + H</a:t>
                </a:r>
              </a:p>
              <a:p>
                <a:pPr lvl="1"/>
                <a:r>
                  <a:rPr lang="en-US" dirty="0"/>
                  <a:t>Contributes to H radical production</a:t>
                </a:r>
              </a:p>
              <a:p>
                <a:r>
                  <a:rPr lang="en-US" dirty="0"/>
                  <a:t>IROP of NH2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N2H2 pathway was higher in Gotama Mech.</a:t>
                </a:r>
              </a:p>
              <a:p>
                <a:pPr lvl="1"/>
                <a:r>
                  <a:rPr lang="en-US" dirty="0"/>
                  <a:t>NH2 + NH = N2H2 + H contributes the most to this pathway.</a:t>
                </a:r>
              </a:p>
              <a:p>
                <a:r>
                  <a:rPr lang="en-US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NNH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E805A-E4E2-CEA1-6A34-F0532A0F050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Validation – NH3/CH4/air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28439-D450-EDD1-2267-EEEFAE90A5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235117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</a:t>
                </a:r>
                <a:r>
                  <a:rPr lang="en-US" sz="1400"/>
                  <a:t>NH3/H2</a:t>
                </a:r>
                <a:r>
                  <a:rPr lang="en-US" sz="1400" dirty="0"/>
                  <a:t>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760</Words>
  <Application>Microsoft Office PowerPoint</Application>
  <PresentationFormat>Widescreen</PresentationFormat>
  <Paragraphs>90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Validation – NH3/H2/air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89</cp:revision>
  <cp:lastPrinted>2013-02-26T06:20:36Z</cp:lastPrinted>
  <dcterms:created xsi:type="dcterms:W3CDTF">2007-10-25T08:30:33Z</dcterms:created>
  <dcterms:modified xsi:type="dcterms:W3CDTF">2026-10-14T08:23:28Z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