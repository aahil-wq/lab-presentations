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0" r:id="rId5"/>
    <p:sldId id="262" r:id="rId6"/>
    <p:sldId id="270" r:id="rId7"/>
    <p:sldId id="263" r:id="rId8"/>
    <p:sldId id="268" r:id="rId9"/>
    <p:sldId id="266" r:id="rId10"/>
    <p:sldId id="271" r:id="rId11"/>
    <p:sldId id="272" r:id="rId12"/>
    <p:sldId id="273" r:id="rId13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56" autoAdjust="0"/>
  </p:normalViewPr>
  <p:slideViewPr>
    <p:cSldViewPr showGuides="1">
      <p:cViewPr varScale="1">
        <p:scale>
          <a:sx n="111" d="100"/>
          <a:sy n="111" d="100"/>
        </p:scale>
        <p:origin x="558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2026/10/14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70021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70021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BF99827-BB49-2C97-827E-017077701C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2DACF2F-3576-9B78-686D-2DA20C8C7B4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r>
              <a:rPr lang="en-US" altLang="ja-JP" sz="1000">
                <a:solidFill>
                  <a:schemeClr val="bg1"/>
                </a:solidFill>
              </a:rPr>
              <a:t>九州大学UIプロジェクト Kyudai Taro,2007</a:t>
            </a: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Numerically simulating ammonia blends is necessary for combustion system development.</a:t>
            </a:r>
          </a:p>
          <a:p>
            <a:r>
              <a:rPr lang="en-GB" dirty="0"/>
              <a:t>Large-scale or 3D modelling with detailed chemical kinetics mechanisms increases computational cost.</a:t>
            </a:r>
          </a:p>
          <a:p>
            <a:r>
              <a:rPr lang="en-GB" dirty="0"/>
              <a:t>Reduced chemical kinetic mechanisms optimized for multiple ammonia blends and operating conditions is needed.</a:t>
            </a:r>
          </a:p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Okafor et al.’s reduced mechanism (2019) accurately models NH3/air, NH3/CH4/air and H2/air flames.</a:t>
                </a:r>
              </a:p>
              <a:p>
                <a:r>
                  <a:rPr lang="en-US" dirty="0"/>
                  <a:t>Okafor et al.’s reduced mechanism (2019) fails to model NH3/H2/air flame when H2 concentration becomes significant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&gt;0.3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en-US" dirty="0"/>
                  <a:t>Studying ammonia and hydrogen kinetics in NH3/H2/air reaction pathways to rectify this discrepancy.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2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241CBB-F3AF-A104-7A22-523077968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21A1D-93D2-0533-B590-CCD9CB8E72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/>
              <a:t>Enter heading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9097A-0E5D-C789-F187-35B5EA5C19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84861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Fails to model NH3/H2/air flames at hydrogen concentrations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Reaction mechanism by Gotama et al. (2022) was used to study the differences in ammonia and hydrogen kinetics interaction.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268413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6021288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40768"/>
            <a:ext cx="10691186" cy="4043485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392FD-A7DC-53D3-86AA-59DB820A8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661248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661248"/>
                <a:ext cx="10662592" cy="907941"/>
              </a:xfrm>
              <a:prstGeom prst="rect">
                <a:avLst/>
              </a:prstGeom>
              <a:blipFill>
                <a:blip r:embed="rId3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1087</TotalTime>
  <Words>449</Words>
  <Application>Microsoft Office PowerPoint</Application>
  <PresentationFormat>Widescreen</PresentationFormat>
  <Paragraphs>50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85</cp:revision>
  <cp:lastPrinted>2013-02-26T06:20:36Z</cp:lastPrinted>
  <dcterms:created xsi:type="dcterms:W3CDTF">2007-10-25T08:30:33Z</dcterms:created>
  <dcterms:modified xsi:type="dcterms:W3CDTF">2026-10-14T05:36:51Z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