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72" r:id="rId11"/>
    <p:sldId id="274" r:id="rId12"/>
    <p:sldId id="273" r:id="rId13"/>
    <p:sldId id="275" r:id="rId14"/>
    <p:sldId id="281" r:id="rId15"/>
    <p:sldId id="282" r:id="rId16"/>
    <p:sldId id="277" r:id="rId17"/>
    <p:sldId id="278" r:id="rId18"/>
    <p:sldId id="280" r:id="rId19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17" d="100"/>
          <a:sy n="117" d="100"/>
        </p:scale>
        <p:origin x="31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2026/10/20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importance of ammonia combustion simulation</a:t>
            </a:r>
          </a:p>
          <a:p>
            <a:r>
              <a:rPr lang="en-US" dirty="0"/>
              <a:t>	for emission control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Lesser whitespace</a:t>
            </a:r>
          </a:p>
          <a:p>
            <a:r>
              <a:rPr lang="en-US" dirty="0"/>
              <a:t>Figures relevant to talking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images; unclear as to what the image represents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Okafor mech fails nh3/h2 </a:t>
            </a:r>
            <a:r>
              <a:rPr lang="en-US" dirty="0" err="1"/>
              <a:t>lbv</a:t>
            </a:r>
            <a:r>
              <a:rPr lang="en-US" dirty="0"/>
              <a:t> modeling because mech not developed for this blend</a:t>
            </a:r>
          </a:p>
          <a:p>
            <a:r>
              <a:rPr lang="en-US" dirty="0"/>
              <a:t>Explain why </a:t>
            </a:r>
            <a:r>
              <a:rPr lang="en-US" dirty="0" err="1"/>
              <a:t>gotama</a:t>
            </a:r>
            <a:r>
              <a:rPr lang="en-US" dirty="0"/>
              <a:t> mech selected</a:t>
            </a:r>
          </a:p>
          <a:p>
            <a:r>
              <a:rPr lang="en-US" dirty="0"/>
              <a:t>	“a reaction mechanism developed for nh3/h2 flame selected to STUDY nh3/h2 flame chemistry”</a:t>
            </a:r>
          </a:p>
          <a:p>
            <a:r>
              <a:rPr lang="en-US" dirty="0"/>
              <a:t>Don’t say compare. Emphasis on how other mechanisms were used to study the chemistry.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conditions selected because substantial experimental data exists for this condition in literature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</a:t>
            </a:r>
            <a:r>
              <a:rPr lang="en-US" dirty="0" err="1"/>
              <a:t>okafor</a:t>
            </a:r>
            <a:r>
              <a:rPr lang="en-US" dirty="0"/>
              <a:t> detailed mechanism in the figure</a:t>
            </a:r>
          </a:p>
          <a:p>
            <a:r>
              <a:rPr lang="en-US" dirty="0"/>
              <a:t>Mention how there is an underlying misrepresentation in </a:t>
            </a:r>
            <a:r>
              <a:rPr lang="en-US" dirty="0" err="1"/>
              <a:t>okafor</a:t>
            </a:r>
            <a:r>
              <a:rPr lang="en-US" dirty="0"/>
              <a:t> mech leading to nh3/h2 </a:t>
            </a:r>
            <a:r>
              <a:rPr lang="en-US" dirty="0" err="1"/>
              <a:t>lbv</a:t>
            </a:r>
            <a:r>
              <a:rPr lang="en-US" dirty="0"/>
              <a:t> underprediction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use of sensitivity analysis to determine reactions important to </a:t>
            </a:r>
            <a:r>
              <a:rPr lang="en-US" dirty="0" err="1"/>
              <a:t>lbv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of point 1,3 -&gt; 4 -&gt; 2</a:t>
            </a:r>
          </a:p>
          <a:p>
            <a:r>
              <a:rPr lang="en-US" dirty="0"/>
              <a:t>1,3 combine by NH2 &lt;-&gt; N2Hx pathway</a:t>
            </a:r>
          </a:p>
          <a:p>
            <a:r>
              <a:rPr lang="en-US" dirty="0"/>
              <a:t>2 express significance of NNH -&gt; N2 in H radical production by showing contribution of ROP of H via this reaction</a:t>
            </a:r>
          </a:p>
          <a:p>
            <a:endParaRPr lang="en-US" dirty="0"/>
          </a:p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4777682"/>
          </a:xfrm>
        </p:spPr>
        <p:txBody>
          <a:bodyPr anchor="ctr"/>
          <a:lstStyle/>
          <a:p>
            <a:endParaRPr lang="en-GB" sz="2000" dirty="0"/>
          </a:p>
          <a:p>
            <a:r>
              <a:rPr lang="en-GB" sz="2000" dirty="0"/>
              <a:t>Numerically simulating ammonia blends is necessary for combustion system development.</a:t>
            </a:r>
          </a:p>
          <a:p>
            <a:endParaRPr lang="en-GB" sz="2000" dirty="0"/>
          </a:p>
          <a:p>
            <a:r>
              <a:rPr lang="en-GB" sz="2000" dirty="0"/>
              <a:t>Large-scale, 3D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A3C5A-9569-5C05-F63E-7C242F6BE4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3284984"/>
            <a:ext cx="3174434" cy="2880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A584A7-2630-13ED-9954-5D0491438DD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054" y="3903984"/>
            <a:ext cx="1460396" cy="16852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46367E-5E47-713B-C0D6-60F7BC616F4F}"/>
              </a:ext>
            </a:extLst>
          </p:cNvPr>
          <p:cNvCxnSpPr>
            <a:cxnSpLocks/>
          </p:cNvCxnSpPr>
          <p:nvPr/>
        </p:nvCxnSpPr>
        <p:spPr>
          <a:xfrm>
            <a:off x="5591944" y="4869160"/>
            <a:ext cx="2232248" cy="0"/>
          </a:xfrm>
          <a:prstGeom prst="straightConnector1">
            <a:avLst/>
          </a:prstGeom>
          <a:ln w="76200">
            <a:solidFill>
              <a:srgbClr val="8502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 with solid fill">
            <a:extLst>
              <a:ext uri="{FF2B5EF4-FFF2-40B4-BE49-F238E27FC236}">
                <a16:creationId xmlns:a16="http://schemas.microsoft.com/office/drawing/2014/main" id="{3C333A0E-AE3B-2E55-4567-211D3821AE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5845" y="38107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3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highlighted reactions with significant effect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4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62254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2F815-FBBD-6F5C-6657-204ABE3DAB9A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C6EA-9035-0D33-4A05-51773F343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Differences in Reaction Pathways 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</a:t>
                </a:r>
              </a:p>
              <a:p>
                <a:endParaRPr lang="en-GB" dirty="0"/>
              </a:p>
              <a:p>
                <a:r>
                  <a:rPr lang="en-GB" dirty="0"/>
                  <a:t>N2H2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NNH</a:t>
                </a:r>
              </a:p>
              <a:p>
                <a:endParaRPr lang="en-GB" dirty="0"/>
              </a:p>
              <a:p>
                <a:r>
                  <a:rPr lang="en-GB" dirty="0"/>
                  <a:t>NNH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N2</a:t>
                </a:r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C3BDB-DBFE-6244-21E6-1440D47FE7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09799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4502-9AA2-E9AD-6CA1-40D5CB0DE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in Present Mechanism</a:t>
            </a:r>
            <a:endParaRPr lang="en-GB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5F04D44-B484-BC40-73E1-F3BE3B601E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3731600"/>
              </p:ext>
            </p:extLst>
          </p:nvPr>
        </p:nvGraphicFramePr>
        <p:xfrm>
          <a:off x="479425" y="1268413"/>
          <a:ext cx="1123314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8287">
                  <a:extLst>
                    <a:ext uri="{9D8B030D-6E8A-4147-A177-3AD203B41FA5}">
                      <a16:colId xmlns:a16="http://schemas.microsoft.com/office/drawing/2014/main" val="2839031423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3166106743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4247265452"/>
                    </a:ext>
                  </a:extLst>
                </a:gridCol>
                <a:gridCol w="2808287">
                  <a:extLst>
                    <a:ext uri="{9D8B030D-6E8A-4147-A177-3AD203B41FA5}">
                      <a16:colId xmlns:a16="http://schemas.microsoft.com/office/drawing/2014/main" val="1465755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Elementary Reaction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Old Rate Constant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New Rate Constant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Source: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563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653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4170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29644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08E1B-D408-0D14-1DAC-3AE12A4F79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6152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3094</TotalTime>
  <Words>973</Words>
  <Application>Microsoft Office PowerPoint</Application>
  <PresentationFormat>Widescreen</PresentationFormat>
  <Paragraphs>132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Differences in Reaction Pathways </vt:lpstr>
      <vt:lpstr>Updates in Present Mechanism</vt:lpstr>
      <vt:lpstr>PowerPoint Presentation</vt:lpstr>
      <vt:lpstr>Validation – NH3/H2/air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97</cp:revision>
  <cp:lastPrinted>2013-02-26T06:20:36Z</cp:lastPrinted>
  <dcterms:created xsi:type="dcterms:W3CDTF">2007-10-25T08:30:33Z</dcterms:created>
  <dcterms:modified xsi:type="dcterms:W3CDTF">2026-10-20T08:13:20Z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